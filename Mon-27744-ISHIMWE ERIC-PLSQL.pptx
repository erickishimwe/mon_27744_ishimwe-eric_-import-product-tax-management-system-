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98" r:id="rId5"/>
    <p:sldId id="292" r:id="rId6"/>
    <p:sldId id="261" r:id="rId7"/>
    <p:sldId id="293" r:id="rId8"/>
    <p:sldId id="299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7" autoAdjust="0"/>
    <p:restoredTop sz="94839" autoAdjust="0"/>
  </p:normalViewPr>
  <p:slideViewPr>
    <p:cSldViewPr snapToGrid="0" showGuides="1">
      <p:cViewPr varScale="1">
        <p:scale>
          <a:sx n="87" d="100"/>
          <a:sy n="87" d="100"/>
        </p:scale>
        <p:origin x="480" y="67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11/17/2025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11/17/2025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301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53" r:id="rId9"/>
    <p:sldLayoutId id="2147483663" r:id="rId10"/>
    <p:sldLayoutId id="214748366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>
          <p15:clr>
            <a:srgbClr val="F26B43"/>
          </p15:clr>
        </p15:guide>
        <p15:guide id="2" pos="3840">
          <p15:clr>
            <a:srgbClr val="F26B43"/>
          </p15:clr>
        </p15:guide>
        <p15:guide id="3" pos="5640">
          <p15:clr>
            <a:srgbClr val="F26B43"/>
          </p15:clr>
        </p15:guide>
        <p15:guide id="4" pos="1656">
          <p15:clr>
            <a:srgbClr val="F26B43"/>
          </p15:clr>
        </p15:guide>
        <p15:guide id="5" pos="52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160CA-47C4-4BE5-8DF3-5D5A6BFEE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3923" y="1871707"/>
            <a:ext cx="7798777" cy="977001"/>
          </a:xfrm>
        </p:spPr>
        <p:txBody>
          <a:bodyPr>
            <a:normAutofit/>
          </a:bodyPr>
          <a:lstStyle/>
          <a:p>
            <a:r>
              <a:rPr lang="en-US" sz="2400" dirty="0"/>
              <a:t>DATABASE DEVELOPMENT WITH PL/SQL</a:t>
            </a:r>
            <a:br>
              <a:rPr lang="en-US" sz="2400" dirty="0"/>
            </a:br>
            <a:r>
              <a:rPr lang="en-US" sz="2400" dirty="0"/>
              <a:t>ISHIMWE Eric (27744)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50DAF-C6B3-43A5-BFA6-7AEB396E8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669" y="3199765"/>
            <a:ext cx="10717823" cy="2919681"/>
          </a:xfrm>
        </p:spPr>
        <p:txBody>
          <a:bodyPr/>
          <a:lstStyle/>
          <a:p>
            <a:r>
              <a:rPr lang="en-US" dirty="0"/>
              <a:t>PROJECT NAME: </a:t>
            </a:r>
            <a:r>
              <a:rPr lang="en-GB" dirty="0"/>
              <a:t>Import Product Tax Management System</a:t>
            </a:r>
          </a:p>
          <a:p>
            <a:r>
              <a:rPr lang="en-GB" dirty="0"/>
              <a:t>The Import Product Tax Management System is a database project that helps automate the calculation and management of taxes on imported goods. Using Oracle Database and PL/SQL, the system stores product details, applies correct tax rates, reduces errors, and speeds up the customs tax process.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09E2B-36D8-4BD3-868E-E83378872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858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anchor="b" anchorCtr="0"/>
          <a:lstStyle/>
          <a:p>
            <a:r>
              <a:rPr lang="en-US" b="1" dirty="0"/>
              <a:t>Import </a:t>
            </a:r>
            <a:br>
              <a:rPr lang="en-US" b="1" dirty="0"/>
            </a:br>
            <a:r>
              <a:rPr lang="en-US" dirty="0"/>
              <a:t>P</a:t>
            </a:r>
            <a:r>
              <a:rPr lang="en-US" b="1" dirty="0"/>
              <a:t>roduct Tax System</a:t>
            </a:r>
            <a:br>
              <a:rPr lang="en-US" b="1" dirty="0"/>
            </a:b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3"/>
            <a:ext cx="4912598" cy="1525331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Problem Definition 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Import tax management system  is often handled manually, leading to frequent errors, delays, and compliance issues. Businesses struggle to accurately calculate duties, apply exemptions, and meet tax deadlines.</a:t>
            </a:r>
          </a:p>
        </p:txBody>
      </p:sp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E83BB08F-E403-8715-0B24-AD9E4B72C80E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25116" r="25116"/>
          <a:stretch/>
        </p:blipFill>
        <p:spPr>
          <a:xfrm>
            <a:off x="6742556" y="731520"/>
            <a:ext cx="4405503" cy="5066346"/>
          </a:xfr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5701" y="2487168"/>
            <a:ext cx="7465671" cy="3730752"/>
          </a:xfrm>
          <a:noFill/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</a:t>
            </a: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ustoms agencies, Import/export businesses, and Tax authorities</a:t>
            </a: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Customs Officers 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Business Owner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Tax Authorities</a:t>
            </a:r>
          </a:p>
          <a:p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Automate tax calculations for imported and exported goods.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Ensure compliance with country-specific trade regulations.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Generate reports for tax audits and customs clearance.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E86733-E7E8-1F17-949C-77BB0B88E25B}"/>
              </a:ext>
            </a:extLst>
          </p:cNvPr>
          <p:cNvSpPr txBox="1">
            <a:spLocks/>
          </p:cNvSpPr>
          <p:nvPr/>
        </p:nvSpPr>
        <p:spPr>
          <a:xfrm>
            <a:off x="945997" y="2908643"/>
            <a:ext cx="3795823" cy="511213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Context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32C6A49-C2A7-DE73-B42C-F515667F12D6}"/>
              </a:ext>
            </a:extLst>
          </p:cNvPr>
          <p:cNvSpPr txBox="1">
            <a:spLocks/>
          </p:cNvSpPr>
          <p:nvPr/>
        </p:nvSpPr>
        <p:spPr>
          <a:xfrm>
            <a:off x="945997" y="3812345"/>
            <a:ext cx="3795823" cy="540199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Target Users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AAB269A-0A86-DB3D-72D7-1F77A9FA3F4E}"/>
              </a:ext>
            </a:extLst>
          </p:cNvPr>
          <p:cNvSpPr txBox="1">
            <a:spLocks/>
          </p:cNvSpPr>
          <p:nvPr/>
        </p:nvSpPr>
        <p:spPr>
          <a:xfrm>
            <a:off x="945996" y="5029625"/>
            <a:ext cx="3795823" cy="511213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Helvetica" panose="020B0604020202020204" pitchFamily="34" charset="0"/>
                <a:cs typeface="Helvetica" panose="020B0604020202020204" pitchFamily="34" charset="0"/>
              </a:rPr>
              <a:t>Project Goals 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6F5CB-933A-4B64-AD72-C4FBFD3A7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4215" y="1069145"/>
            <a:ext cx="8466641" cy="1765495"/>
          </a:xfrm>
        </p:spPr>
        <p:txBody>
          <a:bodyPr>
            <a:normAutofit/>
          </a:bodyPr>
          <a:lstStyle/>
          <a:p>
            <a:r>
              <a:rPr lang="en-US" sz="1700" dirty="0">
                <a:latin typeface="Helvetica" panose="020B0604020202020204" pitchFamily="34" charset="0"/>
                <a:cs typeface="Helvetica" panose="020B0604020202020204" pitchFamily="34" charset="0"/>
              </a:rPr>
              <a:t>IMPORT PRODUCT TAX MANAGEMENT SYSTEM:</a:t>
            </a:r>
            <a:br>
              <a:rPr lang="en-US" sz="17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n-US" sz="17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1700" b="0" dirty="0">
                <a:latin typeface="Helvetica" panose="020B0604020202020204" pitchFamily="34" charset="0"/>
                <a:cs typeface="Helvetica" panose="020B0604020202020204" pitchFamily="34" charset="0"/>
              </a:rPr>
              <a:t>Help us to manage and track taxes on imported products, ensuring compliance, transparency, and accurate reporting.</a:t>
            </a:r>
            <a:br>
              <a:rPr lang="en-US" sz="17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n-US" sz="1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4BFFE3-FAA3-400F-9BDE-B37056924C26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4</a:t>
            </a:fld>
            <a:endParaRPr lang="en-US" altLang="zh-CN" noProof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BDE8AFC-40CB-419A-BF70-B0862C1D75E9}"/>
              </a:ext>
            </a:extLst>
          </p:cNvPr>
          <p:cNvSpPr txBox="1">
            <a:spLocks/>
          </p:cNvSpPr>
          <p:nvPr/>
        </p:nvSpPr>
        <p:spPr>
          <a:xfrm>
            <a:off x="2064489" y="3165231"/>
            <a:ext cx="3795823" cy="533868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Objectives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D7BF519-CCEE-4BD4-890F-0B6864E4D327}"/>
              </a:ext>
            </a:extLst>
          </p:cNvPr>
          <p:cNvSpPr txBox="1">
            <a:spLocks/>
          </p:cNvSpPr>
          <p:nvPr/>
        </p:nvSpPr>
        <p:spPr>
          <a:xfrm>
            <a:off x="4330455" y="3158901"/>
            <a:ext cx="8466641" cy="3410712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Automate the tax calculation process.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Track importer records and transaction history.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Support timely tax payments and clearance authorization.</a:t>
            </a:r>
          </a:p>
          <a:p>
            <a:pPr lvl="1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Importers/International sellers.        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Customer Officers                       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Tax System Database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Payment Gateway</a:t>
            </a:r>
          </a:p>
          <a:p>
            <a:pPr lvl="1"/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Audit Department</a:t>
            </a:r>
          </a:p>
          <a:p>
            <a:pPr lvl="1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AB72E7E-1F45-4D0B-AD59-049EC7A99DA9}"/>
              </a:ext>
            </a:extLst>
          </p:cNvPr>
          <p:cNvSpPr txBox="1">
            <a:spLocks/>
          </p:cNvSpPr>
          <p:nvPr/>
        </p:nvSpPr>
        <p:spPr>
          <a:xfrm>
            <a:off x="2132481" y="4499319"/>
            <a:ext cx="3795823" cy="533868"/>
          </a:xfrm>
          <a:prstGeom prst="rect">
            <a:avLst/>
          </a:prstGeom>
          <a:noFill/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Entities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16901530-EC4A-445A-A181-F4221D794D35}"/>
              </a:ext>
            </a:extLst>
          </p:cNvPr>
          <p:cNvSpPr/>
          <p:nvPr/>
        </p:nvSpPr>
        <p:spPr>
          <a:xfrm>
            <a:off x="10127511" y="5486400"/>
            <a:ext cx="943763" cy="30245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535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F07755-34A7-4BAD-BC15-E9EEB3BF8621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5</a:t>
            </a:fld>
            <a:endParaRPr lang="en-US" altLang="zh-CN" noProof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5E81641-DFFB-42F4-87D4-7D0B75D74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431" y="202223"/>
            <a:ext cx="11588261" cy="638082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91440" tIns="45720" rIns="91440" bIns="45720" rtlCol="0" anchor="ctr">
            <a:normAutofit/>
          </a:bodyPr>
          <a:lstStyle/>
          <a:p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5361626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367</TotalTime>
  <Words>235</Words>
  <Application>Microsoft Office PowerPoint</Application>
  <PresentationFormat>Widescreen</PresentationFormat>
  <Paragraphs>39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等线</vt:lpstr>
      <vt:lpstr>Abadi</vt:lpstr>
      <vt:lpstr>Arial</vt:lpstr>
      <vt:lpstr>Calibri</vt:lpstr>
      <vt:lpstr>Helvetica</vt:lpstr>
      <vt:lpstr>Posterama</vt:lpstr>
      <vt:lpstr>Posterama Text SemiBold</vt:lpstr>
      <vt:lpstr>Custom</vt:lpstr>
      <vt:lpstr>DATABASE DEVELOPMENT WITH PL/SQL ISHIMWE Eric (27744)</vt:lpstr>
      <vt:lpstr>Import  Product Tax System </vt:lpstr>
      <vt:lpstr>PowerPoint Presentation</vt:lpstr>
      <vt:lpstr>IMPORT PRODUCT TAX MANAGEMENT SYSTEM:  Help us to manage and track taxes on imported products, ensuring compliance, transparency, and accurate reporting.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  Product Tax System</dc:title>
  <dc:creator>niyigaba jean remy</dc:creator>
  <cp:lastModifiedBy>ISHIMWE</cp:lastModifiedBy>
  <cp:revision>22</cp:revision>
  <dcterms:created xsi:type="dcterms:W3CDTF">2025-03-25T11:08:03Z</dcterms:created>
  <dcterms:modified xsi:type="dcterms:W3CDTF">2025-11-17T16:42:05Z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